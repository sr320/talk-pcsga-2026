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12-minute talk. Two things growers can use: predict phenotype before you grow it out, and read stress on the farm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grower problem before introducing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plate: early in the incubation. Right plate: 4-6 hours later. You can literally see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throughput: this is the reason it is useful operationally.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method paper is out — this is not preliminary.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3, 4, 5 of the paper, compressed.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oysters per family per trial; time of death logged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 — it's plumbing, not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truth we want to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Leave-one-family-out CV is the honest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Metabolic depression as a resilience strategy — consistent with the PeerJ survival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under freshwater + heat. Blending averages out individual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 a day of dye work stands in for a season of grow-out.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pitch: early warning + management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— leave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two grower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Future Shellf</a:t>
            </a:r>
          </a:p>
          <a:p>
            <a:pPr>
              <a:spcBef>
                <a:spcPts val="800"/>
              </a:spcBef>
              <a:defRPr sz="3000">
                <a:solidFill>
                  <a:srgbClr val="9FD3D8"/>
                </a:solidFill>
              </a:defRPr>
            </a:pPr>
            <a:r>
              <a:t>Predictive Phenotyping for Oyster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85615"/>
            <a:ext cx="106070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44A52"/>
                </a:solidFill>
              </a:defRPr>
            </a:pPr>
            <a:r>
              <a:t>Steven Roberts  ·  Ariana Huffmyer  ·  Louis Plough  ·  Mackenzie Gavery  ·  Neil Thompson</a:t>
            </a:r>
          </a:p>
          <a:p>
            <a:pPr>
              <a:spcBef>
                <a:spcPts val="1000"/>
              </a:spcBef>
              <a:defRPr sz="1500" i="1">
                <a:solidFill>
                  <a:srgbClr val="0E7C86"/>
                </a:solidFill>
              </a:defRPr>
            </a:pPr>
            <a:r>
              <a:t>University of Washington  ·  USDA-ARS  ·  NOAA NWFSC</a:t>
            </a:r>
          </a:p>
          <a:p>
            <a:pPr>
              <a:spcBef>
                <a:spcPts val="1800"/>
              </a:spcBef>
              <a:defRPr sz="1500">
                <a:solidFill>
                  <a:srgbClr val="444A52"/>
                </a:solidFill>
              </a:defRPr>
            </a:pPr>
            <a:r>
              <a:t>PCSGA Annual Conference · 2026</a:t>
            </a:r>
            <a:br/>
            <a:br/>
            <a:r>
              <a:t>SORMI.SCIENCE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Two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  <a:defRPr sz="2600">
                <a:solidFill>
                  <a:srgbClr val="22262B"/>
                </a:solidFill>
              </a:defRPr>
            </a:pPr>
            <a:r>
              <a:t>• Which seed should I buy — which family lines actually perform on my site?</a:t>
            </a:r>
          </a:p>
          <a:p>
            <a:pPr>
              <a:spcAft>
                <a:spcPts val="2600"/>
              </a:spcAft>
              <a:defRPr sz="2600">
                <a:solidFill>
                  <a:srgbClr val="22262B"/>
                </a:solidFill>
              </a:defRPr>
            </a:pPr>
            <a:r>
              <a:t>• How stressed is my crop right now, before I start seeing mortality?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Today, answering either one means waiting.</a:t>
            </a:r>
          </a:p>
          <a:p>
            <a:pPr>
              <a:spcBef>
                <a:spcPts val="800"/>
              </a:spcBef>
              <a:defRPr sz="2000">
                <a:solidFill>
                  <a:srgbClr val="444A52"/>
                </a:solidFill>
              </a:defRPr>
            </a:pPr>
            <a:r>
              <a:t>Breeding trials take a season. Mortality events tell you after the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We need a fast, cheap, non-lethal measure of how an oyster is doing —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From blue to pink: the resazurin assay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A redox dye that reports whole-organism metabolism</a:t>
            </a:r>
          </a:p>
        </p:txBody>
      </p:sp>
      <p:pic>
        <p:nvPicPr>
          <p:cNvPr id="5" name="Picture 4" descr="resazurin_plates_blue_to_p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54998"/>
            <a:ext cx="6400800" cy="2388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21031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C2187A"/>
                </a:solidFill>
              </a:defRPr>
            </a:pPr>
            <a:r>
              <a:t>Resazurin is blue and non-fluorescent.</a:t>
            </a:r>
          </a:p>
          <a:p>
            <a:pPr>
              <a:spcAft>
                <a:spcPts val="1600"/>
              </a:spcAft>
              <a:defRPr sz="1900" b="0">
                <a:solidFill>
                  <a:srgbClr val="444A52"/>
                </a:solidFill>
              </a:defRPr>
            </a:pPr>
            <a:r>
              <a:t>Living cells reduce it to resorufin — pink and strongly fluorescent.</a:t>
            </a:r>
          </a:p>
          <a:p>
            <a:pPr>
              <a:spcAft>
                <a:spcPts val="1600"/>
              </a:spcAft>
              <a:defRPr sz="1900" b="1">
                <a:solidFill>
                  <a:srgbClr val="C2187A"/>
                </a:solidFill>
              </a:defRPr>
            </a:pPr>
            <a:r>
              <a:t>More metabolism = more pink = more signal.</a:t>
            </a:r>
          </a:p>
          <a:p>
            <a:pPr>
              <a:spcAft>
                <a:spcPts val="1600"/>
              </a:spcAft>
              <a:defRPr sz="1900" b="0">
                <a:solidFill>
                  <a:srgbClr val="444A52"/>
                </a:solidFill>
              </a:defRPr>
            </a:pPr>
            <a:r>
              <a:t>The animal stays alive. Nothing is sacrificed.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How a run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Roughly half a day, bench-top, ~$1 of dye per 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Photograph animals for shell length (size normalization), then load one oyster per well.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Fill wells with resazurin working solution; empty wells serve as blanks.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Read fluorescence on a plate reader (ex 530 / em 590 nm) — baseline, then hourly for 4–6 h.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Hold at whatever condition you want to probe: ambient, heat, low salinity, freshwater.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Correct to blanks, normalize to shell length → a metabolism curve for every individual.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96 individuals per plate, non-lethal, no respirometry hardware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This is published and validated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Huffmyer et al. 2026, PeerJ 14:e21542 — DOI 10.7717/peerj.21542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t>• Resazurin fluorescence correlates with oxygen consumption on the same individuals.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t>• Signal comes from live animals — live oysters far exceed empty shells and blanks (p &lt; 0.001).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t>• Scales with body size, so we normalize to shell length (rho = 0.62, p &lt; 0.001).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t>• Thermal performance curves behave as expected: metabolism peaks near 36 °C, then depresses.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t>• Works in both Pacific (C. gigas) and Eastern (C. virginica) oysters, seed through juveniles.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C21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Peer-reviewed, open access, protocol included as an appendix — anyone can run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#1 — Predicting phenotype</a:t>
            </a:r>
          </a:p>
          <a:p>
            <a:pPr>
              <a:spcBef>
                <a:spcPts val="1000"/>
              </a:spcBef>
              <a:defRPr sz="2000">
                <a:solidFill>
                  <a:srgbClr val="9FD3D8"/>
                </a:solidFill>
              </a:defRPr>
            </a:pPr>
            <a:r>
              <a:t>Read metabolism today, forecast field performance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Metabolism already tracks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Key findings from the PeerJ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t>• Under acute heat stress, oysters that survived had ~52% lower cumulative metabolism than those that died.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t>• High metabolic output under stress = higher risk of mortality (p &lt; 0.001).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t>• Families differ significantly in metabolic response — the trait is genetically variable.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t>• In 50 selectively bred C. virginica families, metabolism correlated with predicted survival in the environment they were selected for (r = 0.56, p = 0.004).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Metabolism is not just a health readout — it carries information about future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Testing the idea head-on: survival trials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Nine USDA C. gigas families, run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0" y="2011680"/>
          <a:ext cx="7406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017520"/>
                <a:gridCol w="1463040"/>
                <a:gridCol w="1463040"/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1500" b="1"/>
                      </a:pPr>
                      <a:r>
                        <a:t>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Stressor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Oysters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% died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Apr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49%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May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99%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Jun 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Jun 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86%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97%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35 °C + low salinity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84%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Freshwater → 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Harshness varies enormously — raw survival can't be compared across trials.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A fair hardiness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0–100, comparable across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Within each trial, rank families on (1) fraction surviving and (2) how long they lasted.</a:t>
            </a:r>
          </a:p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Convert each family's standing to a percentile against the other families in that same trial — this cancels out trial harshness.</a:t>
            </a:r>
          </a:p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Average those percentiles across all seven trials.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Higher score = consistently tougher across many kinds of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Families really do differ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mily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1600200"/>
            <a:ext cx="6291072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Family 5 is the toughest; family 7 the most fragile — and the spread repeats across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Tough families crash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Single best metabolic predictor</a:t>
            </a:r>
          </a:p>
        </p:txBody>
      </p:sp>
      <p:pic>
        <p:nvPicPr>
          <p:cNvPr id="5" name="Picture 4" descr="best_single_predicto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057400"/>
            <a:ext cx="45872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t>• Each dot is a family.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t>• X: time to the steepest metabolic decline under freshwater + heat. Further right = crashes later.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t>• Y: survival score (higher = tougher).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t>• rho = 0.90; cross-validated rho = 0.81 when each family is predicted from the other eight.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counterintuitive 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Hardy oysters stay calm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Families whose metabolism spikes hardest when heated survive the least.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Hardy families keep metabolism restrained — they don't overreact.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They decline slowly and late rather than crashing early.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The signal is strongest when the assay is run during stress, not at rest.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resazurin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Four curve features, blended into one score per family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4884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46320"/>
                <a:gridCol w="256032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Plain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Survivor-like value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Time to steepest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long before metabolism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later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Steadiness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much metabolism bounces 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steadier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Early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fast metabolism climbs at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faster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Depth of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far it falls from its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smaller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A52"/>
                </a:solidFill>
              </a:defRPr>
            </a:pPr>
            <a:r>
              <a:t>Each feature is put on a common scale, flipped so higher = tougher, and the four are averaged.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index tracks real survival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azurin_index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737360"/>
            <a:ext cx="45872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20116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X: combined resazurin index (further right = more survivor-like metabolism).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Y: survival score from the lethal trials.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Leave-one-family-out rho = 0.79 — strong prediction for families the model never saw.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Toughest (5) and most fragile (7) land at opposite ends.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#2 — Real-time stress on the farm</a:t>
            </a:r>
          </a:p>
          <a:p>
            <a:pPr>
              <a:spcBef>
                <a:spcPts val="1000"/>
              </a:spcBef>
              <a:defRPr sz="2000">
                <a:solidFill>
                  <a:srgbClr val="9FD3D8"/>
                </a:solidFill>
              </a:defRPr>
            </a:pPr>
            <a:r>
              <a:t>A thermometer for physiological condition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Reading stress while it's happening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Same assay, different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Pull a small sample of animals, run a plate, get an answer the same day.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Elevated metabolism under a heat or salinity event flags a crop under load — before mortality shows up.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Compare bags, tidal heights, gear types, or sites on the same afternoon.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Track recovery after an event: does metabolism return to baseline, and how fast?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Non-lethal and cheap enough to repeat weekly through a risky season.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C21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Turns "the water got hot last week" into a number you can act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62B"/>
                </a:solidFill>
              </a:defRPr>
            </a:pPr>
            <a:r>
              <a:t>• Broaden the index with additional assays:</a:t>
            </a:r>
          </a:p>
          <a:p>
            <a:pPr lvl="1">
              <a:spcBef>
                <a:spcPts val="200"/>
              </a:spcBef>
              <a:spcAft>
                <a:spcPts val="1200"/>
              </a:spcAft>
              <a:defRPr sz="1700">
                <a:solidFill>
                  <a:srgbClr val="444A52"/>
                </a:solidFill>
              </a:defRPr>
            </a:pPr>
            <a:r>
              <a:t>– Glycogen (heat vs. control, 3 h)</a:t>
            </a:r>
          </a:p>
          <a:p>
            <a:pPr lvl="1">
              <a:spcBef>
                <a:spcPts val="200"/>
              </a:spcBef>
              <a:spcAft>
                <a:spcPts val="1200"/>
              </a:spcAft>
              <a:defRPr sz="1700">
                <a:solidFill>
                  <a:srgbClr val="444A52"/>
                </a:solidFill>
              </a:defRPr>
            </a:pPr>
            <a:r>
              <a:t>– Na+/K+ ATPase</a:t>
            </a:r>
          </a:p>
          <a:p>
            <a:pPr lvl="1">
              <a:spcBef>
                <a:spcPts val="200"/>
              </a:spcBef>
              <a:spcAft>
                <a:spcPts val="1200"/>
              </a:spcAft>
              <a:defRPr sz="1700">
                <a:solidFill>
                  <a:srgbClr val="444A52"/>
                </a:solidFill>
              </a:defRPr>
            </a:pPr>
            <a:r>
              <a:t>– Citrate synthase</a:t>
            </a:r>
          </a:p>
          <a:p>
            <a:pPr>
              <a:spcAft>
                <a:spcPts val="1200"/>
              </a:spcAft>
              <a:defRPr sz="2100">
                <a:solidFill>
                  <a:srgbClr val="22262B"/>
                </a:solidFill>
              </a:defRPr>
            </a:pPr>
            <a:r>
              <a:t>• Validate predictions against field outplants across PNW sites.</a:t>
            </a:r>
          </a:p>
          <a:p>
            <a:pPr>
              <a:spcAft>
                <a:spcPts val="1200"/>
              </a:spcAft>
              <a:defRPr sz="2100">
                <a:solidFill>
                  <a:srgbClr val="22262B"/>
                </a:solidFill>
              </a:defRPr>
            </a:pPr>
            <a:r>
              <a:t>• Package a grower-facing protocol and a simple scoring sheet.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t>• Resazurin turns metabolism into a color change — cheap, non-lethal, 96 animals at a time.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t>• Published and validated against oxygen consumption (PeerJ 2026).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t>• Predicts phenotype: metabolic curve shape forecasts family hardiness (cross-validated rho ≈ 0.8).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t>• Measures stress in real time: a same-day readout of how hard your crop is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FUNDING  - USDA-WRAC - sormi.science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